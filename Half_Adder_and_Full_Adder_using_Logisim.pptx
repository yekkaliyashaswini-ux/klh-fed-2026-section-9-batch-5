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C304C"/>
                </a:solidFill>
                <a:latin typeface="Aptos"/>
              </a:defRPr>
            </a:pPr>
            <a:r>
              <a:t>HALF ADDER AND FULL ADDER</a:t>
            </a:r>
            <a:br/>
            <a:r>
              <a:t>USING LOGISIM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163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34609C"/>
                </a:solidFill>
                <a:latin typeface="Aptos"/>
              </a:defRPr>
            </a:pPr>
            <a:r>
              <a:t>DDCA Mini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03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703320"/>
            <a:ext cx="64008" cy="1325880"/>
          </a:xfrm>
          <a:prstGeom prst="rect">
            <a:avLst/>
          </a:prstGeom>
          <a:solidFill>
            <a:srgbClr val="34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867911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325112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Digital Design &amp; Computer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703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3703320"/>
            <a:ext cx="64008" cy="1325880"/>
          </a:xfrm>
          <a:prstGeom prst="rect">
            <a:avLst/>
          </a:prstGeom>
          <a:solidFill>
            <a:srgbClr val="3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867911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325112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B.Tech 1st Year • Fresher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54696" y="3703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54696" y="3703320"/>
            <a:ext cx="64008" cy="13258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3867911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4325112"/>
            <a:ext cx="2862072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Name: </a:t>
            </a:r>
            <a:r>
              <a:rPr lang="en-IN"/>
              <a:t>Yashaswini Srija Akshita Guna</a:t>
            </a:r>
            <a:br/>
            <a:r>
              <a:rPr lang="en-IN"/>
              <a:t>Group No: 05</a:t>
            </a:r>
            <a:r>
              <a:t> __________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F6670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Digital computers represent data using binary values 0 and 1.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Binary addition is needed in many digital systems.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An adder is a combinational logic circuit used for binary addition.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Half adder adds two input bits, while full adder also accepts a carry input.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Logisim helps us build and test these circuits visually.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3657600" cy="1325880"/>
          </a:xfrm>
          <a:prstGeom prst="roundRect">
            <a:avLst/>
          </a:prstGeom>
          <a:solidFill>
            <a:srgbClr val="E8F1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417320"/>
            <a:ext cx="64008" cy="1325880"/>
          </a:xfrm>
          <a:prstGeom prst="rect">
            <a:avLst/>
          </a:prstGeom>
          <a:solidFill>
            <a:srgbClr val="34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5819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039112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Adder = binary addition using logic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063240"/>
            <a:ext cx="3657600" cy="1325880"/>
          </a:xfrm>
          <a:prstGeom prst="roundRect">
            <a:avLst/>
          </a:prstGeom>
          <a:solidFill>
            <a:srgbClr val="EBF7E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3063240"/>
            <a:ext cx="64008" cy="1325880"/>
          </a:xfrm>
          <a:prstGeom prst="rect">
            <a:avLst/>
          </a:prstGeom>
          <a:solidFill>
            <a:srgbClr val="3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32278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685032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XOR • AND • OR gates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709160"/>
            <a:ext cx="36576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4709160"/>
            <a:ext cx="64008" cy="10058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4873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5330952"/>
            <a:ext cx="3273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Logisim circuit simulator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What is Logisim?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Logisim is a digital logic circuit simulator.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It allows us to place logic gates and connect them with wires.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Inputs can be changed between 0 and 1 to test the circuit.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Outputs can be observed immediately.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It is useful for learning and verifying digital logic concepts.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25880"/>
            <a:ext cx="3566160" cy="1234440"/>
          </a:xfrm>
          <a:prstGeom prst="roundRect">
            <a:avLst/>
          </a:prstGeom>
          <a:solidFill>
            <a:srgbClr val="E8F1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325880"/>
            <a:ext cx="64008" cy="1234440"/>
          </a:xfrm>
          <a:prstGeom prst="rect">
            <a:avLst/>
          </a:prstGeom>
          <a:solidFill>
            <a:srgbClr val="34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2" y="1490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2" y="1947672"/>
            <a:ext cx="3182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Switches / input pins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880360"/>
            <a:ext cx="3566160" cy="1234440"/>
          </a:xfrm>
          <a:prstGeom prst="roundRect">
            <a:avLst/>
          </a:prstGeom>
          <a:solidFill>
            <a:srgbClr val="EBF7E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880360"/>
            <a:ext cx="64008" cy="1234440"/>
          </a:xfrm>
          <a:prstGeom prst="rect">
            <a:avLst/>
          </a:prstGeom>
          <a:solidFill>
            <a:srgbClr val="3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2" y="3044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2" y="3502152"/>
            <a:ext cx="3182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XOR, AND and OR gates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434840"/>
            <a:ext cx="35661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434840"/>
            <a:ext cx="64008" cy="12344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2" y="45994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2" y="5056631"/>
            <a:ext cx="3182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LEDs / output pins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Half 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A half adder adds two 1-bit inputs: A and B.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It produces two outputs: Sum and Carry.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XOR gate produces the Sum.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AND gate produces the Carry.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4609C"/>
                </a:solidFill>
                <a:latin typeface="Aptos"/>
              </a:defRPr>
            </a:pPr>
            <a:r>
              <a:t>SUM = A ⊕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A845B"/>
                </a:solidFill>
                <a:latin typeface="Aptos"/>
              </a:defRPr>
            </a:pPr>
            <a:r>
              <a:t>CARRY = A · B</a:t>
            </a:r>
          </a:p>
        </p:txBody>
      </p:sp>
      <p:pic>
        <p:nvPicPr>
          <p:cNvPr id="11" name="Picture 10" descr="photo_2026-09-01_13-22-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5806440" cy="3869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6440" y="5806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F6670"/>
                </a:solidFill>
                <a:latin typeface="Aptos"/>
              </a:defRPr>
            </a:pPr>
            <a:r>
              <a:t>Logisim circuit + truth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Half Adder Truth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234440"/>
          <a:ext cx="56692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795527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SUM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CARRY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86600" y="1371600"/>
            <a:ext cx="3749039" cy="1371600"/>
          </a:xfrm>
          <a:prstGeom prst="roundRect">
            <a:avLst/>
          </a:prstGeom>
          <a:solidFill>
            <a:srgbClr val="E8F1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1371600"/>
            <a:ext cx="64008" cy="1371600"/>
          </a:xfrm>
          <a:prstGeom prst="rect">
            <a:avLst/>
          </a:prstGeom>
          <a:solidFill>
            <a:srgbClr val="34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3619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93392"/>
            <a:ext cx="33649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Sum is 1 when inputs are different.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063240"/>
            <a:ext cx="3749039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3063240"/>
            <a:ext cx="64008" cy="1371600"/>
          </a:xfrm>
          <a:prstGeom prst="rect">
            <a:avLst/>
          </a:prstGeom>
          <a:solidFill>
            <a:srgbClr val="3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322783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CARRY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3685032"/>
            <a:ext cx="33649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Carry is 1 only when A = 1 and B =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4754880"/>
            <a:ext cx="374903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4754880"/>
            <a:ext cx="64008" cy="9144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491947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5376672"/>
            <a:ext cx="336499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Simple 2-input binary addition.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Full 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• A full adder adds three 1-bit inputs: A, B and Cin.</a:t>
            </a:r>
          </a:p>
          <a:p>
            <a:pPr>
              <a:spcAft>
                <a:spcPts val="12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• It produces Sum and Cout.</a:t>
            </a:r>
          </a:p>
          <a:p>
            <a:pPr>
              <a:spcAft>
                <a:spcPts val="12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• It can be constructed using two half adders and an OR gate.</a:t>
            </a:r>
          </a:p>
          <a:p>
            <a:pPr>
              <a:spcAft>
                <a:spcPts val="12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• Cin is important when adding multi-bit binary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34609C"/>
                </a:solidFill>
                <a:latin typeface="Aptos"/>
              </a:defRPr>
            </a:pPr>
            <a:r>
              <a:t>SUM = A ⊕ B ⊕ Cin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A845B"/>
                </a:solidFill>
                <a:latin typeface="Aptos"/>
              </a:defRPr>
            </a:pPr>
            <a:r>
              <a:t>Cout = AB + Cin(A ⊕ B)</a:t>
            </a:r>
          </a:p>
        </p:txBody>
      </p:sp>
      <p:pic>
        <p:nvPicPr>
          <p:cNvPr id="11" name="Picture 10" descr="photo_2026-09-01_13-22-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05840"/>
            <a:ext cx="5806440" cy="3869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6440" y="5806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F6670"/>
                </a:solidFill>
                <a:latin typeface="Aptos"/>
              </a:defRPr>
            </a:pPr>
            <a:r>
              <a:t>Full adder implemented in Logisim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Full Adder Truth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024128"/>
          <a:ext cx="67665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5740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Cin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SUM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Cout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325880"/>
            <a:ext cx="3383280" cy="1371600"/>
          </a:xfrm>
          <a:prstGeom prst="roundRect">
            <a:avLst/>
          </a:prstGeom>
          <a:solidFill>
            <a:srgbClr val="E8F1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325880"/>
            <a:ext cx="64008" cy="1371600"/>
          </a:xfrm>
          <a:prstGeom prst="rect">
            <a:avLst/>
          </a:prstGeom>
          <a:solidFill>
            <a:srgbClr val="34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2" y="1490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2" y="1947672"/>
            <a:ext cx="2999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Odd number of 1s → Sum =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97180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2971800"/>
            <a:ext cx="64008" cy="1371600"/>
          </a:xfrm>
          <a:prstGeom prst="rect">
            <a:avLst/>
          </a:prstGeom>
          <a:solidFill>
            <a:srgbClr val="3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31363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COUT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3593592"/>
            <a:ext cx="2999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At least two 1s → Carry =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617720"/>
            <a:ext cx="33832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4617720"/>
            <a:ext cx="64008" cy="10058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4782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5239512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Test every input combination in Logisim.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Building the Circuit in Logisim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097280"/>
            <a:ext cx="502920" cy="502920"/>
          </a:xfrm>
          <a:prstGeom prst="ellipse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704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078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Place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0789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1E1E"/>
                </a:solidFill>
                <a:latin typeface="Aptos"/>
              </a:defRPr>
            </a:pPr>
            <a:r>
              <a:t>A, B and Cin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305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039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Add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391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1E1E"/>
                </a:solidFill>
                <a:latin typeface="Aptos"/>
              </a:defRPr>
            </a:pPr>
            <a:r>
              <a:t>XOR, AND and OR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017520"/>
            <a:ext cx="502920" cy="502920"/>
          </a:xfrm>
          <a:prstGeom prst="ellipse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906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999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Connect wires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9992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1E1E"/>
                </a:solidFill>
                <a:latin typeface="Aptos"/>
              </a:defRPr>
            </a:pPr>
            <a:r>
              <a:t>Follow the required logic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977639"/>
            <a:ext cx="502920" cy="502920"/>
          </a:xfrm>
          <a:prstGeom prst="ellipse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59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Add 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959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1E1E"/>
                </a:solidFill>
                <a:latin typeface="Aptos"/>
              </a:defRPr>
            </a:pPr>
            <a:r>
              <a:t>SUM and COUT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937759"/>
            <a:ext cx="502920" cy="502920"/>
          </a:xfrm>
          <a:prstGeom prst="ellipse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109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919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9194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1E1E"/>
                </a:solidFill>
                <a:latin typeface="Aptos"/>
              </a:defRPr>
            </a:pPr>
            <a:r>
              <a:t>Change inputs 0 ↔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417320"/>
            <a:ext cx="3246120" cy="3474720"/>
          </a:xfrm>
          <a:prstGeom prst="roundRect">
            <a:avLst/>
          </a:prstGeom>
          <a:solidFill>
            <a:srgbClr val="EBF7E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79" y="1417320"/>
            <a:ext cx="64008" cy="3474720"/>
          </a:xfrm>
          <a:prstGeom prst="rect">
            <a:avLst/>
          </a:prstGeom>
          <a:solidFill>
            <a:srgbClr val="3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36992" y="158191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QUICK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2039112"/>
            <a:ext cx="2862072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For a full adder:</a:t>
            </a:r>
            <a:br/>
            <a:br/>
            <a:r>
              <a:t>A=1, B=1, Cin=1</a:t>
            </a:r>
            <a:br/>
            <a:br/>
            <a:r>
              <a:t>Expected:</a:t>
            </a:r>
            <a:br/>
            <a:r>
              <a:t>SUM = 1</a:t>
            </a:r>
            <a:br/>
            <a:r>
              <a:t>COUT 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Half Adder vs Full 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143000"/>
          <a:ext cx="10927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60"/>
                <a:gridCol w="3642360"/>
                <a:gridCol w="3642360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Half Adder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 Adder</a:t>
                      </a:r>
                    </a:p>
                  </a:txBody>
                  <a:tcPr marL="36576" marR="36576" marT="18288" marB="18288" anchor="ctr">
                    <a:solidFill>
                      <a:srgbClr val="1C304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Inputs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2 (A, B)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3 (A, B, Cin)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Outputs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Sum, Carry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Sum, Cout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Carry input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Main use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Basic 1-bit addition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Multi-bit addition</a:t>
                      </a:r>
                    </a:p>
                  </a:txBody>
                  <a:tcPr marL="36576" marR="36576" marT="18288" marB="18288" anchor="ctr">
                    <a:solidFill>
                      <a:srgbClr val="F2F6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Typical gates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XOR + AND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XOR + AND + 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609C"/>
                </a:solidFill>
                <a:latin typeface="Aptos"/>
              </a:defRPr>
            </a:pPr>
            <a:r>
              <a:t>Remember: Full adder = half-adder functionality + carry-in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2801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670"/>
                </a:solidFill>
                <a:latin typeface="Aptos"/>
              </a:defRPr>
            </a:pPr>
            <a:r>
              <a:t>DDCA • Digital Design &amp; Computer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Half adder performs addition of two binary bits.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Full adder performs addition of two bits along with carry-in.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XOR is mainly responsible for the Sum output.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AND and OR gates are used to generate Carry/Cout.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• Logisim makes circuit design, testing and verification easy.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371600"/>
            <a:ext cx="64008" cy="1280160"/>
          </a:xfrm>
          <a:prstGeom prst="rect">
            <a:avLst/>
          </a:prstGeom>
          <a:solidFill>
            <a:srgbClr val="34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1536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1993392"/>
            <a:ext cx="290779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Binary addition + logic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97180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971800"/>
            <a:ext cx="64008" cy="1280160"/>
          </a:xfrm>
          <a:prstGeom prst="rect">
            <a:avLst/>
          </a:prstGeom>
          <a:solidFill>
            <a:srgbClr val="3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3136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3593592"/>
            <a:ext cx="290779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Truth tables using Logisim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57200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4572000"/>
            <a:ext cx="64008" cy="9601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47365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304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5193792"/>
            <a:ext cx="2907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3234</Words>
  <Application>WPS Presentation</Application>
  <PresentationFormat>On-screen Show (4:3)</PresentationFormat>
  <Paragraphs>376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Yashaswini</cp:lastModifiedBy>
  <cp:revision>2</cp:revision>
  <dcterms:created xsi:type="dcterms:W3CDTF">2013-01-27T09:14:00Z</dcterms:created>
  <dcterms:modified xsi:type="dcterms:W3CDTF">2026-09-02T10:00:12Z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5DD1DA809897440F838A0B4B304A1725_12</vt:lpwstr>
  </property>
  <property fmtid="{D5CDD505-2E9C-101B-9397-08002B2CF9AE}" pid="3" name="KSOProductBuildVer">
    <vt:lpwstr>2057-12.2.0.23206</vt:lpwstr>
  </property>
</Properties>
</file>